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1"/>
  </p:sldMasterIdLst>
  <p:notesMasterIdLst>
    <p:notesMasterId r:id="rId12"/>
  </p:notesMasterIdLst>
  <p:handoutMasterIdLst>
    <p:handoutMasterId r:id="rId13"/>
  </p:handoutMasterIdLst>
  <p:sldIdLst>
    <p:sldId id="256" r:id="rId2"/>
    <p:sldId id="445" r:id="rId3"/>
    <p:sldId id="439" r:id="rId4"/>
    <p:sldId id="459" r:id="rId5"/>
    <p:sldId id="460" r:id="rId6"/>
    <p:sldId id="461" r:id="rId7"/>
    <p:sldId id="464" r:id="rId8"/>
    <p:sldId id="462" r:id="rId9"/>
    <p:sldId id="463" r:id="rId10"/>
    <p:sldId id="42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32" autoAdjust="0"/>
    <p:restoredTop sz="94660"/>
  </p:normalViewPr>
  <p:slideViewPr>
    <p:cSldViewPr snapToGrid="0">
      <p:cViewPr>
        <p:scale>
          <a:sx n="66" d="100"/>
          <a:sy n="66" d="100"/>
        </p:scale>
        <p:origin x="1574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8F3A72-38B4-468C-9969-8EBC9EBBC085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4CC91-4110-4846-A9CF-AE2F97E92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567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72918-CFFB-473A-878B-BA7849715643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B6A0CE-65B2-4191-96C4-6805AF534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4514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A0CE-65B2-4191-96C4-6805AF534D9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07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A0CE-65B2-4191-96C4-6805AF534D9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673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A0CE-65B2-4191-96C4-6805AF534D9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603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A0CE-65B2-4191-96C4-6805AF534D9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486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A0CE-65B2-4191-96C4-6805AF534D9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716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FE6B-0724-7846-8849-A31853455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D8F76-9909-CFE2-6115-FF616ED57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42723-210B-8120-7603-D18A9C940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47FF7-7EA4-1C37-A46D-C9AF30DC4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A0CE-65B2-4191-96C4-6805AF534D9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945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DF8C-5877-4F2A-B668-2B108E86DA8C}" type="datetime1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892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ADBA4-4945-46DD-99BC-DFBD0CB96500}" type="datetime1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31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3CC1-7F41-4246-885A-95B879CEB558}" type="datetime1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229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66A8-F726-43E8-A323-E8C9B418496C}" type="datetime1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85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13E15-D0C1-4DCE-B7A5-DC80FCB5A4C3}" type="datetime1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840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5312-1BE3-4177-86A5-46CD921D896F}" type="datetime1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655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EBDB-3CD1-49CC-BDB8-BAAE73ED4E4A}" type="datetime1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90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2D617E9-D2AF-4D24-9B14-C81D6F93DB49}" type="datetime1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659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5A7DE-8F09-420D-9CE1-59C896DA8F6A}" type="datetime1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131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E38FC-2C77-474F-B2BD-BB1A674C4A1A}" type="datetime1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89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EF1F-E7C3-4AEC-920A-756773D047B0}" type="datetime1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350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6B84380-9941-4FC4-8AAE-14DF37FDDE22}" type="datetime1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53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508.11404" TargetMode="External"/><Relationship Id="rId3" Type="http://schemas.openxmlformats.org/officeDocument/2006/relationships/hyperlink" Target="https://www.researchgate.net/publication/224669024_Wall-climbing_robot_for_inspection_in_nuclear_power_plants" TargetMode="External"/><Relationship Id="rId7" Type="http://schemas.openxmlformats.org/officeDocument/2006/relationships/hyperlink" Target="https://arxiv.org/abs/2011.0777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511.15614" TargetMode="External"/><Relationship Id="rId5" Type="http://schemas.openxmlformats.org/officeDocument/2006/relationships/hyperlink" Target="https://dl.acm.org/doi/10.5555/894847?utm_source=chatgpt.com" TargetMode="External"/><Relationship Id="rId4" Type="http://schemas.openxmlformats.org/officeDocument/2006/relationships/hyperlink" Target="https://www.mhi.com/products/energy/meister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Amrita Vishwa Vidyapeetham, Amaravati Campus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39887" y="1690689"/>
            <a:ext cx="8915400" cy="95418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Nuclear Plant Inspection Robot</a:t>
            </a:r>
          </a:p>
          <a:p>
            <a:pPr marL="0" indent="0" algn="ctr">
              <a:buNone/>
            </a:pPr>
            <a:endParaRPr lang="en-US" b="1" i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AI Robotics (22AIE214)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1</a:t>
            </a:fld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054265"/>
              </p:ext>
            </p:extLst>
          </p:nvPr>
        </p:nvGraphicFramePr>
        <p:xfrm>
          <a:off x="2172494" y="311550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Student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 </a:t>
                      </a:r>
                      <a:r>
                        <a:rPr lang="en-GB" dirty="0" err="1"/>
                        <a:t>Vaasita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AV.SC.U4AIE24008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K Nikshitha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AV.SC.U4AIE240</a:t>
                      </a:r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 Khyathisree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AV.SC.U4AIE240</a:t>
                      </a:r>
                      <a:r>
                        <a:rPr lang="en-IN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818111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0DE4F-ABEC-9686-5AC9-CBA44A61B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3B75-9706-40D2-9FDA-D62CC7AD05A4}" type="datetime1">
              <a:rPr lang="en-IN" smtClean="0"/>
              <a:t>21-03-2026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7EB9AF-1756-761D-A295-27C7BA68F1DB}"/>
              </a:ext>
            </a:extLst>
          </p:cNvPr>
          <p:cNvSpPr txBox="1"/>
          <p:nvPr/>
        </p:nvSpPr>
        <p:spPr>
          <a:xfrm>
            <a:off x="3189685" y="5160744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Ravishankar Prakash Desai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20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2341" y="1855566"/>
            <a:ext cx="1005840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Why Nuclear Plant Inspection Matters: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Nuclear power plants are among the most hazardous environments. Manual inspection exposes workers to lethal radiation and toxic gases, making autonomous robotic inspection a critical safety requirement.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Our Solution: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autonomous AI multi-robot monitoring system developed in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VPython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3D using two ground robots and a drone for aerial monitoring, wireless data sharing, battery management, and automated emergency response.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Innovation: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1 detects hazards and retreats to a safe zone, while Robot 2 (shielded) inspects the danger area. Both communicate with the drone and share real-time sensor data.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2</a:t>
            </a:fld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3B61BE-5C92-897E-02C2-68C34FB7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F8E2-A1D6-4A69-9C7F-70079668E0F1}" type="datetime1">
              <a:rPr lang="en-IN" smtClean="0"/>
              <a:t>21-03-2026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204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Statement, Objectives and Programming Language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3</a:t>
            </a:fld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32E02E-4732-56F9-466D-320BA264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07C0-431F-407A-9407-74738B7D178B}" type="datetime1">
              <a:rPr lang="en-IN" smtClean="0"/>
              <a:t>21-03-2026</a:t>
            </a:fld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42C255B-5674-335C-06D0-CFDB659D2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497389"/>
              </p:ext>
            </p:extLst>
          </p:nvPr>
        </p:nvGraphicFramePr>
        <p:xfrm>
          <a:off x="452285" y="1786513"/>
          <a:ext cx="11012128" cy="4406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480">
                  <a:extLst>
                    <a:ext uri="{9D8B030D-6E8A-4147-A177-3AD203B41FA5}">
                      <a16:colId xmlns:a16="http://schemas.microsoft.com/office/drawing/2014/main" val="1049544362"/>
                    </a:ext>
                  </a:extLst>
                </a:gridCol>
                <a:gridCol w="3765824">
                  <a:extLst>
                    <a:ext uri="{9D8B030D-6E8A-4147-A177-3AD203B41FA5}">
                      <a16:colId xmlns:a16="http://schemas.microsoft.com/office/drawing/2014/main" val="2872239201"/>
                    </a:ext>
                  </a:extLst>
                </a:gridCol>
                <a:gridCol w="3765824">
                  <a:extLst>
                    <a:ext uri="{9D8B030D-6E8A-4147-A177-3AD203B41FA5}">
                      <a16:colId xmlns:a16="http://schemas.microsoft.com/office/drawing/2014/main" val="3413139516"/>
                    </a:ext>
                  </a:extLst>
                </a:gridCol>
              </a:tblGrid>
              <a:tr h="474906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645231"/>
                  </a:ext>
                </a:extLst>
              </a:tr>
              <a:tr h="666409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Nuclear power plants operate in 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highly hazardous environments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involving radiation, toxic gases, and extreme conditions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inspection exposes workers to 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serious health and safety risks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There is a need for an 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autonomous system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that can continuously monitor and respond to emergencies without human intervention 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 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autonomous monitoring system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using robots and drones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Simulate 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detection of hazards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such as gas leaks, radiation, and temperature rise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multi-robot coordination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inspection and emergency response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 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 management system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efficient and continuous operation 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used as the core programming language for system implementation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GB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VPython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used for 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 visualization and simulation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plant environment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animation of robots, drone, sensors, and monitoring system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51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80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083" y="203545"/>
            <a:ext cx="10058400" cy="14507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6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99698" y="5245872"/>
            <a:ext cx="97600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4</a:t>
            </a:fld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0F0394-A30F-DEC6-D226-4E33E6713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632B-9D4F-4DF4-B001-03C1034B1C6E}" type="datetime1">
              <a:rPr lang="en-IN" smtClean="0"/>
              <a:t>21-03-2026</a:t>
            </a:fld>
            <a:endParaRPr lang="en-IN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694BD4FC-F408-D78B-6BC9-1EB35D8B9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289" y="2036399"/>
            <a:ext cx="1037303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3D Environment Design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(box, cylinder, sphere) with 4 zones, buildings, pipes, safe zone, assembly point, and charging base in a realistic layout.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Phase-Based State Machine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scenario timer controls 6 phases, automatically changing robot behavior, sensor values, and visual effects to simulate emergencies.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Patrol Logic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Robot 1 follows predefined waypoints, avoids restricted areas, and performs inspection at the pump station. Drone patrols aerially and tracks the robot.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Robot and drone communicate via signal-based system (strong/weak/lost), affecting real-time data synchronization.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Multi-Robot Coordination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Robot 1 detects hazards and retreats, while Robot 2 (shielded) enters danger zones and performs gas suppression.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&amp; Sensor Simulation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levels decrease over time, and sensors generate dynamic data. Live graphs display temperature, radiation, gas, battery, and alerts. </a:t>
            </a:r>
          </a:p>
        </p:txBody>
      </p:sp>
    </p:spTree>
    <p:extLst>
      <p:ext uri="{BB962C8B-B14F-4D97-AF65-F5344CB8AC3E}">
        <p14:creationId xmlns:p14="http://schemas.microsoft.com/office/powerpoint/2010/main" val="1553013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Flow-chart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5</a:t>
            </a:fld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6F6C27-101B-109F-2E62-09377F1B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CEEB2-A94F-4838-832C-20F94F3F086A}" type="datetime1">
              <a:rPr lang="en-IN" smtClean="0"/>
              <a:t>21-03-2026</a:t>
            </a:fld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7C34184-6A10-8B36-1BFA-CDF6EA945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28" y="142987"/>
            <a:ext cx="10972800" cy="617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53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6</a:t>
            </a:fld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ED8AA7-116C-9268-D479-A6F7B396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D7B63-DBD1-4E60-9AF2-49D1A37677E6}" type="datetime1">
              <a:rPr lang="en-IN" smtClean="0"/>
              <a:t>21-03-2026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84B7E1-D5F2-A34C-BD7A-6B9FCB6B2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8" y="1933364"/>
            <a:ext cx="6094578" cy="3461596"/>
          </a:xfrm>
          <a:prstGeom prst="rect">
            <a:avLst/>
          </a:prstGeom>
        </p:spPr>
      </p:pic>
      <p:pic>
        <p:nvPicPr>
          <p:cNvPr id="15" name="Content Placeholder 7">
            <a:extLst>
              <a:ext uri="{FF2B5EF4-FFF2-40B4-BE49-F238E27FC236}">
                <a16:creationId xmlns:a16="http://schemas.microsoft.com/office/drawing/2014/main" id="{13410E4A-A087-0D37-A08B-A01CE094A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258197" y="1924921"/>
            <a:ext cx="5933803" cy="347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78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37F7-9A2D-81BE-64F7-7C5488920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Simulation Result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EA398-EE96-60C3-1B77-A3B23834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ADBA4-4945-46DD-99BC-DFBD0CB96500}" type="datetime1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DB415-AE6A-C56E-BDC9-621A6B7EA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B3CBC-00D1-9DC4-A57E-CCBCB1D5F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7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C2D5E-57A0-F516-159B-68607142D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29" y="1845734"/>
            <a:ext cx="6913103" cy="4145470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A29399F-9007-4FDD-0A0B-B1D8CDCD3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05286" y="552218"/>
            <a:ext cx="4816656" cy="543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43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8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865787" y="2245073"/>
            <a:ext cx="880317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autonomous monitoring system for nuclear plant safety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real-time hazard detection and response using robots and drone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effective coordination and communication between system components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the need for human intervention in hazardous environments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a realistic simulation of emergency handling and recovery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54E57B-6B1E-9637-8E17-38625F86D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B394-2A27-4EAF-B23B-D780F2EB2D51}" type="datetime1">
              <a:rPr lang="en-IN" smtClean="0"/>
              <a:t>21-03-2026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935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E6B47-5579-575E-C9B6-C206D582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48745-0113-7DCC-F8A9-FCD6B7F9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608F0-024A-C0BE-0C51-30005F90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A6AEC-C642-0C1A-6636-2EC1FF63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9</a:t>
            </a:fld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2E6D2A-67FE-4E6F-1ACB-3D3C46A65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B394-2A27-4EAF-B23B-D780F2EB2D51}" type="datetime1">
              <a:rPr lang="en-IN" smtClean="0"/>
              <a:t>21-03-2026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561B39-09F3-1B24-3130-CA4A54336107}"/>
              </a:ext>
            </a:extLst>
          </p:cNvPr>
          <p:cNvSpPr txBox="1"/>
          <p:nvPr/>
        </p:nvSpPr>
        <p:spPr>
          <a:xfrm>
            <a:off x="1097280" y="1630010"/>
            <a:ext cx="93147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Briones, L., Bustamante, P., &amp; Serna, M. A., “Wall-Climbing Robot for Inspection in Nuclear Power Plants,”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and Autonomous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1994.Available: </a:t>
            </a:r>
            <a:r>
              <a:rPr lang="en-IN" dirty="0">
                <a:hlinkClick r:id="rId3"/>
              </a:rPr>
              <a:t>https://www.researchgate.net/publication/224669024_Wall-climbing_robot_for_inspection_in_nuclear_power_plants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Mitsubishi Heavy Industries, “</a:t>
            </a:r>
            <a:r>
              <a:rPr lang="en-GB" dirty="0" err="1"/>
              <a:t>MEISTeR</a:t>
            </a:r>
            <a:r>
              <a:rPr lang="en-GB" dirty="0"/>
              <a:t> robot for Fukushima nuclear plant inspection,” 2012.</a:t>
            </a:r>
            <a:br>
              <a:rPr lang="en-GB" dirty="0"/>
            </a:br>
            <a:r>
              <a:rPr lang="en-GB" dirty="0"/>
              <a:t>Available: </a:t>
            </a:r>
            <a:r>
              <a:rPr lang="en-GB" dirty="0">
                <a:hlinkClick r:id="rId4"/>
              </a:rPr>
              <a:t>https://www.mhi.com/products/energy/meister.html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Yamamoto, H., “Development of Inspection Robot for Nuclear Power Plant,”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2000. Available: </a:t>
            </a:r>
            <a:r>
              <a:rPr lang="nl-NL" dirty="0">
                <a:hlinkClick r:id="rId5"/>
              </a:rPr>
              <a:t>Open IEEE Paper (Document 894847)</a:t>
            </a:r>
            <a:endParaRPr lang="nl-NL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Puppala, S., Hossain, I., Alam, J., &amp; Talukder, S., “Optimus-Q: AI-Based Adaptive Robot for Nuclear Power Plant Monitoring,”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Available: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https://arxiv.org/abs/2511.15614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Xie, H., Huang, L., &amp; Wu, W., “Indoor Positioning System for Mobile Robots in Nuclear Power Plants,”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 Available: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https://arxiv.org/abs/2011.07771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Kim, J., Ruan, T., &amp; Contreras, C., “Human-Robot Collaboration for Inspection in Nuclear Facilities,”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Available: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https://arxiv.org/abs/2508.11404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623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8020" y="1619592"/>
            <a:ext cx="10435959" cy="41519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Introduction to AI Robotics (22AIE214)</a:t>
            </a: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9B6A1FB-1159-93CE-A218-66E4DCFBB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783C-2ACE-4B68-9834-9485996497E4}" type="datetime1">
              <a:rPr lang="en-IN" smtClean="0"/>
              <a:t>21-03-2026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028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9610</TotalTime>
  <Words>865</Words>
  <Application>Microsoft Office PowerPoint</Application>
  <PresentationFormat>Widescreen</PresentationFormat>
  <Paragraphs>100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Retrospect</vt:lpstr>
      <vt:lpstr>Amrita Vishwa Vidyapeetham, Amaravati Campus</vt:lpstr>
      <vt:lpstr>Introduction</vt:lpstr>
      <vt:lpstr>Problem Statement, Objectives and Programming Language</vt:lpstr>
      <vt:lpstr>Methodology</vt:lpstr>
      <vt:lpstr>Flow-chart</vt:lpstr>
      <vt:lpstr>Simulation Result</vt:lpstr>
      <vt:lpstr>Simulation Result</vt:lpstr>
      <vt:lpstr>Conclusion</vt:lpstr>
      <vt:lpstr>References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</dc:title>
  <dc:creator>Ravishankar Desai</dc:creator>
  <cp:lastModifiedBy>S KHYATHISREE-[AV.SC.U4AIE24052]</cp:lastModifiedBy>
  <cp:revision>386</cp:revision>
  <dcterms:created xsi:type="dcterms:W3CDTF">2024-02-11T06:21:24Z</dcterms:created>
  <dcterms:modified xsi:type="dcterms:W3CDTF">2026-03-21T09:49:49Z</dcterms:modified>
</cp:coreProperties>
</file>